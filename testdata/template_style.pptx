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9pPr>
  </p:defaultTextStyle>
  <p:extLst>
    <p:ext uri="{EFAFB233-063F-42B5-8137-9DF3F51BA10A}">
      <p15:sldGuideLst>
        <p15:guide id="1" orient="horz" pos="164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DE75FB-072F-4EFC-869D-BA35E5FEF90A}">
  <a:tblStyle styleId="{3ADE75FB-072F-4EFC-869D-BA35E5FEF90A}" styleName="Table_0">
    <a:wholeTbl>
      <a:tcTxStyle>
        <a:font>
          <a:latin typeface="Noto Sans JP"/>
          <a:ea typeface="Noto Sans JP"/>
          <a:cs typeface="Noto Sans JP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44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font" Target="fonts/NotoSansMonoMedium-bold.fntdata"/><Relationship Id="rId10" Type="http://schemas.openxmlformats.org/officeDocument/2006/relationships/font" Target="fonts/NotoSansMonoMedium-regular.fntdata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MPLUS1p-bold.fntdata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NotoSansJP-bold.fntdata"/><Relationship Id="rId16" Type="http://schemas.openxmlformats.org/officeDocument/2006/relationships/font" Target="fonts/NotoSansJP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MPLUS1p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JP"/>
      <a:defRPr b="0" i="0" sz="1400" u="none" cap="none" strike="noStrike">
        <a:solidFill>
          <a:srgbClr val="000000"/>
        </a:solidFill>
        <a:latin typeface="Noto Sans JP"/>
        <a:ea typeface="Noto Sans JP"/>
        <a:cs typeface="Noto Sans JP"/>
        <a:sym typeface="Noto Sans JP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f30d4e1a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f30d4e1a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8000" y="213975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8000" y="2719425"/>
            <a:ext cx="82800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600"/>
              <a:buNone/>
              <a:defRPr sz="1600">
                <a:solidFill>
                  <a:srgbClr val="7E81AB"/>
                </a:solidFill>
              </a:defRPr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318000" y="3228050"/>
            <a:ext cx="3960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sz="1400">
                <a:solidFill>
                  <a:schemeClr val="dk1"/>
                </a:solidFill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b="1" sz="1500">
                <a:solidFill>
                  <a:schemeClr val="dk1"/>
                </a:solidFill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b="1" sz="1500">
                <a:solidFill>
                  <a:schemeClr val="dk1"/>
                </a:solidFill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b="1" sz="1500">
                <a:solidFill>
                  <a:schemeClr val="dk1"/>
                </a:solidFill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b="1" sz="1500">
                <a:solidFill>
                  <a:schemeClr val="dk1"/>
                </a:solidFill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b="1" sz="1500">
                <a:solidFill>
                  <a:schemeClr val="dk1"/>
                </a:solidFill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b="1" sz="1500">
                <a:solidFill>
                  <a:schemeClr val="dk1"/>
                </a:solidFill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b="1" sz="1500">
                <a:solidFill>
                  <a:schemeClr val="dk1"/>
                </a:solidFill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b="1" sz="1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73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dark">
  <p:cSld name="TITLE_1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8000" y="213975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18000" y="2719425"/>
            <a:ext cx="82800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600"/>
              <a:buNone/>
              <a:defRPr sz="16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300"/>
              <a:buNone/>
              <a:defRPr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body"/>
          </p:nvPr>
        </p:nvSpPr>
        <p:spPr>
          <a:xfrm>
            <a:off x="318000" y="3228050"/>
            <a:ext cx="3960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1" sz="1400">
                <a:solidFill>
                  <a:schemeClr val="dk2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b="1" sz="1500">
                <a:solidFill>
                  <a:schemeClr val="dk2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b="1" sz="1500">
                <a:solidFill>
                  <a:schemeClr val="dk2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b="1" sz="1500">
                <a:solidFill>
                  <a:schemeClr val="dk2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b="1" sz="1500">
                <a:solidFill>
                  <a:schemeClr val="dk2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b="1" sz="1500">
                <a:solidFill>
                  <a:schemeClr val="dk2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b="1" sz="1500">
                <a:solidFill>
                  <a:schemeClr val="dk2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b="1" sz="1500">
                <a:solidFill>
                  <a:schemeClr val="dk2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b="1" sz="1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73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purple">
  <p:cSld name="TITLE_1_1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318000" y="213975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318000" y="2719425"/>
            <a:ext cx="82800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2" type="body"/>
          </p:nvPr>
        </p:nvSpPr>
        <p:spPr>
          <a:xfrm>
            <a:off x="318000" y="3228050"/>
            <a:ext cx="3960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1" sz="1400">
                <a:solidFill>
                  <a:schemeClr val="dk2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b="1" sz="1500">
                <a:solidFill>
                  <a:schemeClr val="dk2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b="1" sz="1500">
                <a:solidFill>
                  <a:schemeClr val="dk2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b="1" sz="1500">
                <a:solidFill>
                  <a:schemeClr val="dk2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b="1" sz="1500">
                <a:solidFill>
                  <a:schemeClr val="dk2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b="1" sz="1500">
                <a:solidFill>
                  <a:schemeClr val="dk2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b="1" sz="1500">
                <a:solidFill>
                  <a:schemeClr val="dk2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b="1" sz="1500">
                <a:solidFill>
                  <a:schemeClr val="dk2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b="1" sz="1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73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 type="secHead">
  <p:cSld name="SECTION_HEADER">
    <p:bg>
      <p:bgPr>
        <a:solidFill>
          <a:schemeClr val="dk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rt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rt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rt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rt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rt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rt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rt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rt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type="ctrTitle"/>
          </p:nvPr>
        </p:nvSpPr>
        <p:spPr>
          <a:xfrm>
            <a:off x="318000" y="232620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">
          <p15:clr>
            <a:srgbClr val="FA7B17"/>
          </p15:clr>
        </p15:guide>
        <p15:guide id="2" pos="283">
          <p15:clr>
            <a:srgbClr val="FA7B17"/>
          </p15:clr>
        </p15:guide>
        <p15:guide id="3" pos="5499">
          <p15:clr>
            <a:srgbClr val="FA7B17"/>
          </p15:clr>
        </p15:guide>
        <p15:guide id="4" orient="horz" pos="340">
          <p15:clr>
            <a:srgbClr val="FA7B17"/>
          </p15:clr>
        </p15:guide>
        <p15:guide id="5" orient="horz" pos="306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-offwhite">
  <p:cSld name="SECTION_HEADER_3">
    <p:bg>
      <p:bgPr>
        <a:solidFill>
          <a:schemeClr val="accent3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6" name="Google Shape;26;p6"/>
          <p:cNvSpPr txBox="1"/>
          <p:nvPr>
            <p:ph type="ctrTitle"/>
          </p:nvPr>
        </p:nvSpPr>
        <p:spPr>
          <a:xfrm>
            <a:off x="318000" y="232620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">
          <p15:clr>
            <a:srgbClr val="FA7B17"/>
          </p15:clr>
        </p15:guide>
        <p15:guide id="2" pos="283">
          <p15:clr>
            <a:srgbClr val="FA7B17"/>
          </p15:clr>
        </p15:guide>
        <p15:guide id="3" pos="5499">
          <p15:clr>
            <a:srgbClr val="FA7B17"/>
          </p15:clr>
        </p15:guide>
        <p15:guide id="4" orient="horz" pos="340">
          <p15:clr>
            <a:srgbClr val="FA7B17"/>
          </p15:clr>
        </p15:guide>
        <p15:guide id="5" orient="horz" pos="306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-purple">
  <p:cSld name="SECTION_HEADER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9" name="Google Shape;29;p7"/>
          <p:cNvSpPr txBox="1"/>
          <p:nvPr>
            <p:ph type="ctrTitle"/>
          </p:nvPr>
        </p:nvSpPr>
        <p:spPr>
          <a:xfrm>
            <a:off x="318000" y="232620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">
          <p15:clr>
            <a:srgbClr val="FA7B17"/>
          </p15:clr>
        </p15:guide>
        <p15:guide id="2" pos="283">
          <p15:clr>
            <a:srgbClr val="FA7B17"/>
          </p15:clr>
        </p15:guide>
        <p15:guide id="3" pos="5499">
          <p15:clr>
            <a:srgbClr val="FA7B17"/>
          </p15:clr>
        </p15:guide>
        <p15:guide id="4" orient="horz" pos="340">
          <p15:clr>
            <a:srgbClr val="FA7B17"/>
          </p15:clr>
        </p15:guide>
        <p15:guide id="5" orient="horz" pos="3061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-green">
  <p:cSld name="SECTION_HEADER_1">
    <p:bg>
      <p:bgPr>
        <a:solidFill>
          <a:schemeClr val="accen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ctrTitle"/>
          </p:nvPr>
        </p:nvSpPr>
        <p:spPr>
          <a:xfrm>
            <a:off x="318000" y="232620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70">
          <p15:clr>
            <a:srgbClr val="FA7B17"/>
          </p15:clr>
        </p15:guide>
        <p15:guide id="2" pos="283">
          <p15:clr>
            <a:srgbClr val="FA7B17"/>
          </p15:clr>
        </p15:guide>
        <p15:guide id="3" pos="5499">
          <p15:clr>
            <a:srgbClr val="FA7B17"/>
          </p15:clr>
        </p15:guide>
        <p15:guide id="4" orient="horz" pos="340">
          <p15:clr>
            <a:srgbClr val="FA7B17"/>
          </p15:clr>
        </p15:guide>
        <p15:guide id="5" orient="horz" pos="3061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-dark">
  <p:cSld name="SECTION_HEADER_1_2"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ctrTitle"/>
          </p:nvPr>
        </p:nvSpPr>
        <p:spPr>
          <a:xfrm>
            <a:off x="318000" y="232620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70">
          <p15:clr>
            <a:srgbClr val="FA7B17"/>
          </p15:clr>
        </p15:guide>
        <p15:guide id="2" pos="283">
          <p15:clr>
            <a:srgbClr val="FA7B17"/>
          </p15:clr>
        </p15:guide>
        <p15:guide id="3" pos="5499">
          <p15:clr>
            <a:srgbClr val="FA7B17"/>
          </p15:clr>
        </p15:guide>
        <p15:guide id="4" orient="horz" pos="340">
          <p15:clr>
            <a:srgbClr val="FA7B17"/>
          </p15:clr>
        </p15:guide>
        <p15:guide id="5" orient="horz" pos="3061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-pink">
  <p:cSld name="SECTION_HEADER_1_1">
    <p:bg>
      <p:bgPr>
        <a:solidFill>
          <a:schemeClr val="accent5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ctrTitle"/>
          </p:nvPr>
        </p:nvSpPr>
        <p:spPr>
          <a:xfrm>
            <a:off x="318000" y="232620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70">
          <p15:clr>
            <a:srgbClr val="FA7B17"/>
          </p15:clr>
        </p15:guide>
        <p15:guide id="2" pos="283">
          <p15:clr>
            <a:srgbClr val="FA7B17"/>
          </p15:clr>
        </p15:guide>
        <p15:guide id="3" pos="5499">
          <p15:clr>
            <a:srgbClr val="FA7B17"/>
          </p15:clr>
        </p15:guide>
        <p15:guide id="4" orient="horz" pos="340">
          <p15:clr>
            <a:srgbClr val="FA7B17"/>
          </p15:clr>
        </p15:guide>
        <p15:guide id="5" orient="horz" pos="3061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">
  <p:cSld name="TITLE_AND_BODY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318000" y="1146225"/>
            <a:ext cx="8508000" cy="34257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41" name="Google Shape;41;p11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11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4" name="Google Shape;44;p11"/>
          <p:cNvSpPr txBox="1"/>
          <p:nvPr>
            <p:ph idx="3" type="subTitle"/>
          </p:nvPr>
        </p:nvSpPr>
        <p:spPr>
          <a:xfrm>
            <a:off x="318000" y="825225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-half">
  <p:cSld name="TITLE_AND_BODY_1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8000" y="1146225"/>
            <a:ext cx="4262700" cy="34257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47" name="Google Shape;47;p12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3" type="subTitle"/>
          </p:nvPr>
        </p:nvSpPr>
        <p:spPr>
          <a:xfrm>
            <a:off x="318000" y="825225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0" name="Google Shape;50;p12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-half-purple">
  <p:cSld name="TITLE_AND_BODY_1_1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5405350" y="-50"/>
            <a:ext cx="3738600" cy="5143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8000" y="1146225"/>
            <a:ext cx="4262700" cy="34257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6" name="Google Shape;56;p13"/>
          <p:cNvSpPr txBox="1"/>
          <p:nvPr>
            <p:ph idx="3" type="subTitle"/>
          </p:nvPr>
        </p:nvSpPr>
        <p:spPr>
          <a:xfrm>
            <a:off x="318000" y="825225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-half-dark">
  <p:cSld name="TITLE_AND_BODY_1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5405350" y="-50"/>
            <a:ext cx="3738600" cy="51435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8000" y="1146225"/>
            <a:ext cx="4262700" cy="34257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61" name="Google Shape;61;p14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3" name="Google Shape;63;p14"/>
          <p:cNvSpPr txBox="1"/>
          <p:nvPr>
            <p:ph idx="3" type="subTitle"/>
          </p:nvPr>
        </p:nvSpPr>
        <p:spPr>
          <a:xfrm>
            <a:off x="318000" y="825225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4" name="Google Shape;64;p14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-half-green">
  <p:cSld name="TITLE_AND_BODY_1_1_1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5390075" y="-50"/>
            <a:ext cx="3753900" cy="5143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8000" y="1146225"/>
            <a:ext cx="4262700" cy="34257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68" name="Google Shape;68;p15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0" name="Google Shape;70;p15"/>
          <p:cNvSpPr txBox="1"/>
          <p:nvPr>
            <p:ph idx="3" type="subTitle"/>
          </p:nvPr>
        </p:nvSpPr>
        <p:spPr>
          <a:xfrm>
            <a:off x="318000" y="825225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1" name="Google Shape;71;p15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-half-offwhite">
  <p:cSld name="TITLE_AND_BODY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5405350" y="-50"/>
            <a:ext cx="3738600" cy="5143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8000" y="1146225"/>
            <a:ext cx="4262700" cy="34257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75" name="Google Shape;75;p16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318000" y="825225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8" name="Google Shape;78;p16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-half-pink">
  <p:cSld name="TITLE_AND_BODY_1_1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5405350" y="-50"/>
            <a:ext cx="3738600" cy="5143500"/>
          </a:xfrm>
          <a:prstGeom prst="rect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8000" y="1146225"/>
            <a:ext cx="4262700" cy="34257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4" name="Google Shape;84;p17"/>
          <p:cNvSpPr txBox="1"/>
          <p:nvPr>
            <p:ph idx="3" type="subTitle"/>
          </p:nvPr>
        </p:nvSpPr>
        <p:spPr>
          <a:xfrm>
            <a:off x="318000" y="825225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5" name="Google Shape;85;p17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-2col">
  <p:cSld name="TITLE_AND_BODY_5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318000" y="732400"/>
            <a:ext cx="4208100" cy="3839400"/>
          </a:xfrm>
          <a:prstGeom prst="roundRect">
            <a:avLst>
              <a:gd fmla="val 681" name="adj"/>
            </a:avLst>
          </a:prstGeom>
          <a:solidFill>
            <a:srgbClr val="F9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4617900" y="732525"/>
            <a:ext cx="4208100" cy="3839400"/>
          </a:xfrm>
          <a:prstGeom prst="roundRect">
            <a:avLst>
              <a:gd fmla="val 681" name="adj"/>
            </a:avLst>
          </a:prstGeom>
          <a:solidFill>
            <a:srgbClr val="F9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95250" y="1489625"/>
            <a:ext cx="4053600" cy="29892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18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3" type="subTitle"/>
          </p:nvPr>
        </p:nvSpPr>
        <p:spPr>
          <a:xfrm>
            <a:off x="395250" y="825625"/>
            <a:ext cx="40536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92" name="Google Shape;92;p18"/>
          <p:cNvSpPr txBox="1"/>
          <p:nvPr>
            <p:ph idx="4" type="body"/>
          </p:nvPr>
        </p:nvSpPr>
        <p:spPr>
          <a:xfrm>
            <a:off x="4695150" y="1489625"/>
            <a:ext cx="4053600" cy="29892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 txBox="1"/>
          <p:nvPr>
            <p:ph idx="5" type="subTitle"/>
          </p:nvPr>
        </p:nvSpPr>
        <p:spPr>
          <a:xfrm>
            <a:off x="4695150" y="825625"/>
            <a:ext cx="40536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5" name="Google Shape;95;p18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-2col-gray">
  <p:cSld name="TITLE_AND_BODY_5_1_1">
    <p:bg>
      <p:bgPr>
        <a:solidFill>
          <a:srgbClr val="F9F9F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318000" y="732400"/>
            <a:ext cx="4208100" cy="3839400"/>
          </a:xfrm>
          <a:prstGeom prst="roundRect">
            <a:avLst>
              <a:gd fmla="val 68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4617900" y="732525"/>
            <a:ext cx="4208100" cy="3839400"/>
          </a:xfrm>
          <a:prstGeom prst="roundRect">
            <a:avLst>
              <a:gd fmla="val 68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95250" y="1489625"/>
            <a:ext cx="4053600" cy="29892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3" type="subTitle"/>
          </p:nvPr>
        </p:nvSpPr>
        <p:spPr>
          <a:xfrm>
            <a:off x="395250" y="825625"/>
            <a:ext cx="40536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02" name="Google Shape;102;p19"/>
          <p:cNvSpPr txBox="1"/>
          <p:nvPr>
            <p:ph idx="4" type="body"/>
          </p:nvPr>
        </p:nvSpPr>
        <p:spPr>
          <a:xfrm>
            <a:off x="4695150" y="1489625"/>
            <a:ext cx="4053600" cy="29892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5" type="subTitle"/>
          </p:nvPr>
        </p:nvSpPr>
        <p:spPr>
          <a:xfrm>
            <a:off x="4695150" y="825625"/>
            <a:ext cx="40536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5" name="Google Shape;105;p19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-3col">
  <p:cSld name="TITLE_AND_BODY_5_1_1_1">
    <p:bg>
      <p:bgPr>
        <a:solidFill>
          <a:schemeClr val="dk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318000" y="732463"/>
            <a:ext cx="2792100" cy="3839400"/>
          </a:xfrm>
          <a:prstGeom prst="roundRect">
            <a:avLst>
              <a:gd fmla="val 681" name="adj"/>
            </a:avLst>
          </a:prstGeom>
          <a:solidFill>
            <a:srgbClr val="F9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6033900" y="732463"/>
            <a:ext cx="2792100" cy="3839400"/>
          </a:xfrm>
          <a:prstGeom prst="roundRect">
            <a:avLst>
              <a:gd fmla="val 681" name="adj"/>
            </a:avLst>
          </a:prstGeom>
          <a:solidFill>
            <a:srgbClr val="F9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3175950" y="732463"/>
            <a:ext cx="2792100" cy="3839400"/>
          </a:xfrm>
          <a:prstGeom prst="roundRect">
            <a:avLst>
              <a:gd fmla="val 681" name="adj"/>
            </a:avLst>
          </a:prstGeom>
          <a:solidFill>
            <a:srgbClr val="F9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95250" y="1476200"/>
            <a:ext cx="2649900" cy="29892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idx="3" type="subTitle"/>
          </p:nvPr>
        </p:nvSpPr>
        <p:spPr>
          <a:xfrm>
            <a:off x="395250" y="812200"/>
            <a:ext cx="26499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3" name="Google Shape;113;p20"/>
          <p:cNvSpPr txBox="1"/>
          <p:nvPr>
            <p:ph idx="4" type="body"/>
          </p:nvPr>
        </p:nvSpPr>
        <p:spPr>
          <a:xfrm>
            <a:off x="3247050" y="1476200"/>
            <a:ext cx="2649900" cy="29892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0"/>
          <p:cNvSpPr txBox="1"/>
          <p:nvPr>
            <p:ph idx="5" type="subTitle"/>
          </p:nvPr>
        </p:nvSpPr>
        <p:spPr>
          <a:xfrm>
            <a:off x="3247050" y="812200"/>
            <a:ext cx="26499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5" name="Google Shape;115;p20"/>
          <p:cNvSpPr txBox="1"/>
          <p:nvPr>
            <p:ph idx="6" type="body"/>
          </p:nvPr>
        </p:nvSpPr>
        <p:spPr>
          <a:xfrm>
            <a:off x="6098850" y="1476200"/>
            <a:ext cx="2649900" cy="29892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20"/>
          <p:cNvSpPr txBox="1"/>
          <p:nvPr>
            <p:ph idx="7" type="subTitle"/>
          </p:nvPr>
        </p:nvSpPr>
        <p:spPr>
          <a:xfrm>
            <a:off x="6098850" y="812200"/>
            <a:ext cx="26499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8" name="Google Shape;118;p20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ody-3col-gray">
  <p:cSld name="TITLE_AND_BODY_5_1_1_1_1">
    <p:bg>
      <p:bgPr>
        <a:solidFill>
          <a:srgbClr val="F9F9F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>
            <a:off x="318000" y="732463"/>
            <a:ext cx="2792100" cy="3839400"/>
          </a:xfrm>
          <a:prstGeom prst="roundRect">
            <a:avLst>
              <a:gd fmla="val 68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6033900" y="732463"/>
            <a:ext cx="2792100" cy="3839400"/>
          </a:xfrm>
          <a:prstGeom prst="roundRect">
            <a:avLst>
              <a:gd fmla="val 68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3175950" y="732463"/>
            <a:ext cx="2792100" cy="3839400"/>
          </a:xfrm>
          <a:prstGeom prst="roundRect">
            <a:avLst>
              <a:gd fmla="val 68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95250" y="1476200"/>
            <a:ext cx="2649900" cy="29892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p21"/>
          <p:cNvSpPr txBox="1"/>
          <p:nvPr>
            <p:ph idx="2" type="subTitle"/>
          </p:nvPr>
        </p:nvSpPr>
        <p:spPr>
          <a:xfrm>
            <a:off x="318000" y="64650"/>
            <a:ext cx="8280000" cy="2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1100"/>
              <a:buNone/>
              <a:defRPr sz="1100">
                <a:solidFill>
                  <a:srgbClr val="7E81AB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E81AB"/>
              </a:buClr>
              <a:buSzPts val="800"/>
              <a:buNone/>
              <a:defRPr sz="800">
                <a:solidFill>
                  <a:srgbClr val="7E81AB"/>
                </a:solidFill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3" type="subTitle"/>
          </p:nvPr>
        </p:nvSpPr>
        <p:spPr>
          <a:xfrm>
            <a:off x="395250" y="812200"/>
            <a:ext cx="26499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26" name="Google Shape;126;p21"/>
          <p:cNvSpPr txBox="1"/>
          <p:nvPr>
            <p:ph idx="4" type="body"/>
          </p:nvPr>
        </p:nvSpPr>
        <p:spPr>
          <a:xfrm>
            <a:off x="3247050" y="1476200"/>
            <a:ext cx="2649900" cy="29892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7" name="Google Shape;127;p21"/>
          <p:cNvSpPr txBox="1"/>
          <p:nvPr>
            <p:ph idx="5" type="subTitle"/>
          </p:nvPr>
        </p:nvSpPr>
        <p:spPr>
          <a:xfrm>
            <a:off x="3247050" y="812200"/>
            <a:ext cx="26499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28" name="Google Shape;128;p21"/>
          <p:cNvSpPr txBox="1"/>
          <p:nvPr>
            <p:ph idx="6" type="body"/>
          </p:nvPr>
        </p:nvSpPr>
        <p:spPr>
          <a:xfrm>
            <a:off x="6098850" y="1476200"/>
            <a:ext cx="2649900" cy="2989200"/>
          </a:xfrm>
          <a:prstGeom prst="rect">
            <a:avLst/>
          </a:prstGeom>
        </p:spPr>
        <p:txBody>
          <a:bodyPr anchorCtr="0" anchor="t" bIns="91425" lIns="90000" spcFirstLastPara="1" rIns="91425" wrap="square" tIns="900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21"/>
          <p:cNvSpPr txBox="1"/>
          <p:nvPr>
            <p:ph idx="7" type="subTitle"/>
          </p:nvPr>
        </p:nvSpPr>
        <p:spPr>
          <a:xfrm>
            <a:off x="6098850" y="812200"/>
            <a:ext cx="26499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318000" y="4737000"/>
            <a:ext cx="548700" cy="12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buNone/>
              <a:defRPr sz="900">
                <a:solidFill>
                  <a:srgbClr val="7E81AB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1" name="Google Shape;131;p21"/>
          <p:cNvSpPr txBox="1"/>
          <p:nvPr>
            <p:ph type="ctrTitle"/>
          </p:nvPr>
        </p:nvSpPr>
        <p:spPr>
          <a:xfrm>
            <a:off x="318000" y="319350"/>
            <a:ext cx="82800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3">
          <p15:clr>
            <a:srgbClr val="FA7B17"/>
          </p15:clr>
        </p15:guide>
        <p15:guide id="2" pos="5499">
          <p15:clr>
            <a:srgbClr val="FA7B17"/>
          </p15:clr>
        </p15:guide>
        <p15:guide id="3" orient="horz" pos="170">
          <p15:clr>
            <a:srgbClr val="FA7B17"/>
          </p15:clr>
        </p15:guide>
        <p15:guide id="4" orient="horz" pos="3061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ring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363200" y="2773825"/>
            <a:ext cx="8303100" cy="22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type="ctrTitle"/>
          </p:nvPr>
        </p:nvSpPr>
        <p:spPr>
          <a:xfrm>
            <a:off x="363200" y="204700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0"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">
  <p:cSld name="CUSTOM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307800"/>
            <a:ext cx="8520600" cy="4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9" name="Google Shape;139;p23"/>
          <p:cNvSpPr/>
          <p:nvPr>
            <p:ph idx="2" type="pic"/>
          </p:nvPr>
        </p:nvSpPr>
        <p:spPr>
          <a:xfrm>
            <a:off x="5196800" y="949125"/>
            <a:ext cx="3171000" cy="18636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3"/>
          <p:cNvSpPr/>
          <p:nvPr>
            <p:ph idx="3" type="pic"/>
          </p:nvPr>
        </p:nvSpPr>
        <p:spPr>
          <a:xfrm>
            <a:off x="6276200" y="2933125"/>
            <a:ext cx="1012200" cy="2123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949125"/>
            <a:ext cx="2556900" cy="23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yle">
  <p:cSld name="CUSTOM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307800"/>
            <a:ext cx="8520600" cy="4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1255950" y="1102350"/>
            <a:ext cx="520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dk1"/>
                </a:solidFill>
                <a:highlight>
                  <a:schemeClr val="accent3"/>
                </a:highlight>
                <a:latin typeface="Noto Sans JP"/>
                <a:ea typeface="Noto Sans JP"/>
                <a:cs typeface="Noto Sans JP"/>
                <a:sym typeface="Noto Sans JP"/>
              </a:rPr>
              <a:t>code</a:t>
            </a:r>
            <a:endParaRPr sz="1300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3415450" y="1644500"/>
            <a:ext cx="520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dk2"/>
                </a:solidFill>
                <a:highlight>
                  <a:schemeClr val="accent1"/>
                </a:highlight>
                <a:latin typeface="Noto Sans JP"/>
                <a:ea typeface="Noto Sans JP"/>
                <a:cs typeface="Noto Sans JP"/>
                <a:sym typeface="Noto Sans JP"/>
              </a:rPr>
              <a:t>notice</a:t>
            </a:r>
            <a:endParaRPr sz="1300">
              <a:solidFill>
                <a:schemeClr val="dk2"/>
              </a:solidFill>
              <a:highlight>
                <a:schemeClr val="accent1"/>
              </a:highlight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1443025" y="3357400"/>
            <a:ext cx="41769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300">
                <a:solidFill>
                  <a:srgbClr val="434343"/>
                </a:solidFill>
                <a:latin typeface="Noto Sans JP"/>
                <a:ea typeface="Noto Sans JP"/>
                <a:cs typeface="Noto Sans JP"/>
                <a:sym typeface="Noto Sans JP"/>
              </a:rPr>
              <a:t>blockquote</a:t>
            </a:r>
            <a:endParaRPr i="1" sz="1300">
              <a:solidFill>
                <a:srgbClr val="434343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148" name="Google Shape;148;p24"/>
          <p:cNvGraphicFramePr/>
          <p:nvPr/>
        </p:nvGraphicFramePr>
        <p:xfrm>
          <a:off x="4691450" y="22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{3ADE75FB-072F-4EFC-869D-BA35E5FEF90A}</a:tableStyleId>
              </a:tblPr>
              <a:tblGrid>
                <a:gridCol w="674000"/>
                <a:gridCol w="674000"/>
              </a:tblGrid>
              <a:tr h="3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7E81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81A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7E81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81A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B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7E81A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ja">
                          <a:solidFill>
                            <a:schemeClr val="dk2"/>
                          </a:solidFill>
                        </a:rPr>
                        <a:t>C</a:t>
                      </a:r>
                      <a:endParaRPr b="1" i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81A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D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81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yle">
    <p:spTree>
      <p:nvGrpSpPr>
        <p:cNvPr id="1" name=""/>
        <p:cNvGrpSpPr/>
        <p:nvPr/>
      </p:nvGrpSpPr>
      <p:grpSpPr/>
      <p:sp>
        <p:nvSpPr>
          <p:cNvPr id="2" name="bold"/>
          <p:cNvSpPr txBox="1"/>
          <p:nvPr/>
        </p:nvSpPr>
        <p:spPr/>
        <p:txBody>
          <a:bodyPr/>
          <a:p>
            <a:r>
              <a:rPr lang="en-US" b="1"/>
              <a:t>bold</a:t>
            </a:r>
          </a:p>
        </p:txBody>
      </p:sp>
      <p:sp>
        <p:nvSpPr>
          <p:cNvPr id="3" name="code"/>
          <p:cNvSpPr txBox="1"/>
          <p:nvPr/>
        </p:nvSpPr>
        <p:spPr/>
        <p:txBody>
          <a:bodyPr/>
          <a:p>
            <a:r>
              <a:rPr lang="en-US">
                <a:solidFill>
                  <a:srgbClr val="FF0000"/>
                </a:solidFill>
                <a:highlight>
                  <a:srgbClr val="FFFF00"/>
                </a:highlight>
                <a:latin typeface="Courier New"/>
              </a:rPr>
              <a:t>code</a:t>
            </a:r>
          </a:p>
        </p:txBody>
      </p:sp>
      <p:sp>
        <p:nvSpPr>
          <p:cNvPr id="4" name="notice"/>
          <p:cNvSpPr txBox="1"/>
          <p:nvPr/>
        </p:nvSpPr>
        <p:spPr/>
        <p:txBody>
          <a:bodyPr/>
          <a:p>
            <a:r>
              <a:rPr lang="en-US" b="1">
                <a:solidFill>
                  <a:srgbClr val="0000FF"/>
                </a:solidFill>
              </a:rPr>
              <a:t>notice</a:t>
            </a:r>
          </a:p>
        </p:txBody>
      </p:sp>
      <p:graphicFrame>
        <p:nvGraphicFramePr>
          <p:cNvPr id="5" name="styletable"/>
          <p:cNvGraphicFramePr/>
          <p:nvPr/>
        </p:nvGraphicFramePr>
        <p:xfrm>
          <a:off x="0" y="0"/>
          <a:ext cx="27432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685800">
                <a:tc>
                  <a:txBody>
                    <a:bodyPr/>
                    <a:p>
                      <a:pPr algn="ctr"/>
                      <a:r>
                        <a:rPr lang="en-US" b="1">
                          <a:solidFill>
                            <a:srgbClr val="FFFFFF"/>
                          </a:solidFill>
                        </a:rPr>
                        <a:t>H1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6350">
                      <a:solidFill>
                        <a:srgbClr val="333333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p>
                      <a:r>
                        <a:rPr lang="en-US" b="1"/>
                        <a:t>H2</a:t>
                      </a:r>
                    </a:p>
                  </a:txBody>
                  <a:tcPr>
                    <a:lnR w="6350">
                      <a:solidFill>
                        <a:srgbClr val="333333"/>
                      </a:solidFill>
                    </a:lnR>
                    <a:lnB w="6350">
                      <a:solidFill>
                        <a:srgbClr val="333333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r>
                        <a:rPr lang="en-US"/>
                        <a:t>D1</a:t>
                      </a:r>
                    </a:p>
                  </a:txBody>
                  <a:tcPr>
                    <a:lnR w="6350">
                      <a:solidFill>
                        <a:srgbClr val="CCCCCC"/>
                      </a:solidFill>
                    </a:lnR>
                    <a:lnB w="6350">
                      <a:solidFill>
                        <a:srgbClr val="CCCCCC"/>
                      </a:solidFill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r>
                        <a:rPr lang="en-US"/>
                        <a:t>D2</a:t>
                      </a:r>
                    </a:p>
                  </a:txBody>
                  <a:tcPr>
                    <a:lnR w="6350">
                      <a:solidFill>
                        <a:srgbClr val="CCCCCC"/>
                      </a:solidFill>
                    </a:lnR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07800"/>
            <a:ext cx="8520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JP"/>
              <a:buNone/>
              <a:defRPr b="1" sz="24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JP"/>
              <a:buNone/>
              <a:defRPr b="1" sz="24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JP"/>
              <a:buNone/>
              <a:defRPr b="1" sz="24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JP"/>
              <a:buNone/>
              <a:defRPr b="1" sz="24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JP"/>
              <a:buNone/>
              <a:defRPr b="1" sz="24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JP"/>
              <a:buNone/>
              <a:defRPr b="1" sz="24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JP"/>
              <a:buNone/>
              <a:defRPr b="1" sz="24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JP"/>
              <a:buNone/>
              <a:defRPr b="1" sz="24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JP"/>
              <a:buNone/>
              <a:defRPr b="1" sz="24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55575"/>
            <a:ext cx="8520600" cy="3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11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JP"/>
              <a:buChar char="●"/>
              <a:defRPr sz="13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indent="-31115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JP"/>
              <a:buChar char="○"/>
              <a:defRPr sz="13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indent="-31115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JP"/>
              <a:buChar char="■"/>
              <a:defRPr sz="13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indent="-31115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JP"/>
              <a:buChar char="●"/>
              <a:defRPr sz="13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indent="-31115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JP"/>
              <a:buChar char="○"/>
              <a:defRPr sz="13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indent="-31115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JP"/>
              <a:buChar char="■"/>
              <a:defRPr sz="13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indent="-31115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JP"/>
              <a:buChar char="●"/>
              <a:defRPr sz="13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indent="-31115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JP"/>
              <a:buChar char="○"/>
              <a:defRPr sz="13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indent="-31115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JP"/>
              <a:buChar char="■"/>
              <a:defRPr sz="13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JP"/>
        <a:defRPr b="0" i="0" sz="1400" u="none" cap="none" strike="noStrike">
          <a:solidFill>
            <a:srgbClr val="000000"/>
          </a:solidFill>
          <a:latin typeface="Noto Sans JP"/>
          <a:ea typeface="Noto Sans JP"/>
          <a:cs typeface="Noto Sans JP"/>
          <a:sym typeface="Noto Sans JP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ctrTitle"/>
          </p:nvPr>
        </p:nvSpPr>
        <p:spPr>
          <a:xfrm>
            <a:off x="318000" y="2139750"/>
            <a:ext cx="8280000" cy="49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 txBox="1"/>
          <p:nvPr>
            <p:ph idx="1" type="subTitle"/>
          </p:nvPr>
        </p:nvSpPr>
        <p:spPr>
          <a:xfrm>
            <a:off x="318000" y="2719425"/>
            <a:ext cx="82800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 txBox="1"/>
          <p:nvPr>
            <p:ph idx="2" type="body"/>
          </p:nvPr>
        </p:nvSpPr>
        <p:spPr>
          <a:xfrm>
            <a:off x="318000" y="3228050"/>
            <a:ext cx="3960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Noto Sans JP"/>
        <a:font script="Hebr" typeface="Noto Sans JP"/>
        <a:font script="Thai" typeface="Noto Sans JP"/>
        <a:font script="Ethi" typeface="Noto Sans JP"/>
        <a:font script="Beng" typeface="Noto Sans JP"/>
        <a:font script="Gujr" typeface="Noto Sans JP"/>
        <a:font script="Khmr" typeface="Noto Sans JP"/>
        <a:font script="Knda" typeface="Noto Sans JP"/>
        <a:font script="Guru" typeface="Noto Sans JP"/>
        <a:font script="Cans" typeface="Noto Sans JP"/>
        <a:font script="Cher" typeface="Noto Sans JP"/>
        <a:font script="Yiii" typeface="Noto Sans JP"/>
        <a:font script="Tibt" typeface="Noto Sans JP"/>
        <a:font script="Thaa" typeface="Noto Sans JP"/>
        <a:font script="Deva" typeface="Noto Sans JP"/>
        <a:font script="Telu" typeface="Noto Sans JP"/>
        <a:font script="Taml" typeface="Noto Sans JP"/>
        <a:font script="Syrc" typeface="Noto Sans JP"/>
        <a:font script="Orya" typeface="Noto Sans JP"/>
        <a:font script="Mlym" typeface="Noto Sans JP"/>
        <a:font script="Laoo" typeface="Noto Sans JP"/>
        <a:font script="Sinh" typeface="Noto Sans JP"/>
        <a:font script="Mong" typeface="Noto Sans JP"/>
        <a:font script="Viet" typeface="Noto Sans JP"/>
        <a:font script="Uigh" typeface="Noto Sans JP"/>
        <a:font script="Geor" typeface="Noto Sans JP"/>
      </a:majorFont>
      <a:min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Noto Sans JP"/>
        <a:font script="Hebr" typeface="Noto Sans JP"/>
        <a:font script="Thai" typeface="Noto Sans JP"/>
        <a:font script="Ethi" typeface="Noto Sans JP"/>
        <a:font script="Beng" typeface="Noto Sans JP"/>
        <a:font script="Gujr" typeface="Noto Sans JP"/>
        <a:font script="Khmr" typeface="Noto Sans JP"/>
        <a:font script="Knda" typeface="Noto Sans JP"/>
        <a:font script="Guru" typeface="Noto Sans JP"/>
        <a:font script="Cans" typeface="Noto Sans JP"/>
        <a:font script="Cher" typeface="Noto Sans JP"/>
        <a:font script="Yiii" typeface="Noto Sans JP"/>
        <a:font script="Tibt" typeface="Noto Sans JP"/>
        <a:font script="Thaa" typeface="Noto Sans JP"/>
        <a:font script="Deva" typeface="Noto Sans JP"/>
        <a:font script="Telu" typeface="Noto Sans JP"/>
        <a:font script="Taml" typeface="Noto Sans JP"/>
        <a:font script="Syrc" typeface="Noto Sans JP"/>
        <a:font script="Orya" typeface="Noto Sans JP"/>
        <a:font script="Mlym" typeface="Noto Sans JP"/>
        <a:font script="Laoo" typeface="Noto Sans JP"/>
        <a:font script="Sinh" typeface="Noto Sans JP"/>
        <a:font script="Mong" typeface="Noto Sans JP"/>
        <a:font script="Viet" typeface="Noto Sans JP"/>
        <a:font script="Uigh" typeface="Noto Sans JP"/>
        <a:font script="Geor" typeface="Noto Sans JP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 N">
  <a:themeElements>
    <a:clrScheme name="Simple Light">
      <a:dk1>
        <a:srgbClr val="0F112B"/>
      </a:dk1>
      <a:lt1>
        <a:srgbClr val="5259E8"/>
      </a:lt1>
      <a:dk2>
        <a:srgbClr val="FFFFFF"/>
      </a:dk2>
      <a:lt2>
        <a:srgbClr val="EDEDED"/>
      </a:lt2>
      <a:accent1>
        <a:srgbClr val="01969C"/>
      </a:accent1>
      <a:accent2>
        <a:srgbClr val="401A03"/>
      </a:accent2>
      <a:accent3>
        <a:srgbClr val="F8F3E4"/>
      </a:accent3>
      <a:accent4>
        <a:srgbClr val="EDEDED"/>
      </a:accent4>
      <a:accent5>
        <a:srgbClr val="E3D4FD"/>
      </a:accent5>
      <a:accent6>
        <a:srgbClr val="0F112B"/>
      </a:accent6>
      <a:hlink>
        <a:srgbClr val="0097A7"/>
      </a:hlink>
      <a:folHlink>
        <a:srgbClr val="0097A7"/>
      </a:folHlink>
    </a:clrScheme>
    <a:fontScheme name="Office">
      <a:maj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Noto Sans JP"/>
        <a:font script="Hebr" typeface="Noto Sans JP"/>
        <a:font script="Thai" typeface="Noto Sans JP"/>
        <a:font script="Ethi" typeface="Noto Sans JP"/>
        <a:font script="Beng" typeface="Noto Sans JP"/>
        <a:font script="Gujr" typeface="Noto Sans JP"/>
        <a:font script="Khmr" typeface="Noto Sans JP"/>
        <a:font script="Knda" typeface="Noto Sans JP"/>
        <a:font script="Guru" typeface="Noto Sans JP"/>
        <a:font script="Cans" typeface="Noto Sans JP"/>
        <a:font script="Cher" typeface="Noto Sans JP"/>
        <a:font script="Yiii" typeface="Noto Sans JP"/>
        <a:font script="Tibt" typeface="Noto Sans JP"/>
        <a:font script="Thaa" typeface="Noto Sans JP"/>
        <a:font script="Deva" typeface="Noto Sans JP"/>
        <a:font script="Telu" typeface="Noto Sans JP"/>
        <a:font script="Taml" typeface="Noto Sans JP"/>
        <a:font script="Syrc" typeface="Noto Sans JP"/>
        <a:font script="Orya" typeface="Noto Sans JP"/>
        <a:font script="Mlym" typeface="Noto Sans JP"/>
        <a:font script="Laoo" typeface="Noto Sans JP"/>
        <a:font script="Sinh" typeface="Noto Sans JP"/>
        <a:font script="Mong" typeface="Noto Sans JP"/>
        <a:font script="Viet" typeface="Noto Sans JP"/>
        <a:font script="Uigh" typeface="Noto Sans JP"/>
        <a:font script="Geor" typeface="Noto Sans JP"/>
      </a:majorFont>
      <a:min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Noto Sans JP"/>
        <a:font script="Hebr" typeface="Noto Sans JP"/>
        <a:font script="Thai" typeface="Noto Sans JP"/>
        <a:font script="Ethi" typeface="Noto Sans JP"/>
        <a:font script="Beng" typeface="Noto Sans JP"/>
        <a:font script="Gujr" typeface="Noto Sans JP"/>
        <a:font script="Khmr" typeface="Noto Sans JP"/>
        <a:font script="Knda" typeface="Noto Sans JP"/>
        <a:font script="Guru" typeface="Noto Sans JP"/>
        <a:font script="Cans" typeface="Noto Sans JP"/>
        <a:font script="Cher" typeface="Noto Sans JP"/>
        <a:font script="Yiii" typeface="Noto Sans JP"/>
        <a:font script="Tibt" typeface="Noto Sans JP"/>
        <a:font script="Thaa" typeface="Noto Sans JP"/>
        <a:font script="Deva" typeface="Noto Sans JP"/>
        <a:font script="Telu" typeface="Noto Sans JP"/>
        <a:font script="Taml" typeface="Noto Sans JP"/>
        <a:font script="Syrc" typeface="Noto Sans JP"/>
        <a:font script="Orya" typeface="Noto Sans JP"/>
        <a:font script="Mlym" typeface="Noto Sans JP"/>
        <a:font script="Laoo" typeface="Noto Sans JP"/>
        <a:font script="Sinh" typeface="Noto Sans JP"/>
        <a:font script="Mong" typeface="Noto Sans JP"/>
        <a:font script="Viet" typeface="Noto Sans JP"/>
        <a:font script="Uigh" typeface="Noto Sans JP"/>
        <a:font script="Geor" typeface="Noto Sans JP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