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71" r:id="rId5"/>
  </p:sldMasterIdLst>
  <p:notesMasterIdLst>
    <p:notesMasterId r:id="rId6"/>
  </p:notesMasterIdLst>
  <p:sldIdLst>
    <p:sldId id="256" r:id="rId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9pPr>
  </p:defaultTextStyle>
  <p:extLst>
    <p:ext uri="{EFAFB233-063F-42B5-8137-9DF3F51BA10A}">
      <p15:sldGuideLst>
        <p15:guide id="1" orient="horz" pos="1644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DE75FB-072F-4EFC-869D-BA35E5FEF90A}">
  <a:tblStyle styleId="{3ADE75FB-072F-4EFC-869D-BA35E5FEF90A}" styleName="Table_0">
    <a:wholeTbl>
      <a:tcTxStyle>
        <a:font>
          <a:latin typeface="Noto Sans JP"/>
          <a:ea typeface="Noto Sans JP"/>
          <a:cs typeface="Noto Sans JP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44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font" Target="fonts/NotoSansMonoMedium-bold.fntdata"/><Relationship Id="rId10" Type="http://schemas.openxmlformats.org/officeDocument/2006/relationships/font" Target="fonts/NotoSansMonoMedium-regular.fntdata"/><Relationship Id="rId13" Type="http://schemas.openxmlformats.org/officeDocument/2006/relationships/font" Target="fonts/Inter-bold.fntdata"/><Relationship Id="rId12" Type="http://schemas.openxmlformats.org/officeDocument/2006/relationships/font" Target="fonts/Inter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font" Target="fonts/MPLUS1p-bold.fntdata"/><Relationship Id="rId15" Type="http://schemas.openxmlformats.org/officeDocument/2006/relationships/font" Target="fonts/Inter-boldItalic.fntdata"/><Relationship Id="rId14" Type="http://schemas.openxmlformats.org/officeDocument/2006/relationships/font" Target="fonts/Inter-italic.fntdata"/><Relationship Id="rId17" Type="http://schemas.openxmlformats.org/officeDocument/2006/relationships/font" Target="fonts/NotoSansJP-bold.fntdata"/><Relationship Id="rId16" Type="http://schemas.openxmlformats.org/officeDocument/2006/relationships/font" Target="fonts/NotoSansJP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MPLUS1p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JP"/>
      <a:defRPr b="0" i="0" sz="1400" u="none" cap="none" strike="noStrike">
        <a:solidFill>
          <a:srgbClr val="000000"/>
        </a:solidFill>
        <a:latin typeface="Noto Sans JP"/>
        <a:ea typeface="Noto Sans JP"/>
        <a:cs typeface="Noto Sans JP"/>
        <a:sym typeface="Noto Sans JP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6f30d4e1a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6f30d4e1a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8000" y="213975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 sz="30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8000" y="2719425"/>
            <a:ext cx="82800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600"/>
              <a:buNone/>
              <a:defRPr sz="1600">
                <a:solidFill>
                  <a:srgbClr val="7E81AB"/>
                </a:solidFill>
              </a:defRPr>
            </a:lvl1pPr>
            <a:lvl2pPr lvl="1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2pPr>
            <a:lvl3pPr lvl="2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3pPr>
            <a:lvl4pPr lvl="3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4pPr>
            <a:lvl5pPr lvl="4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5pPr>
            <a:lvl6pPr lvl="5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6pPr>
            <a:lvl7pPr lvl="6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7pPr>
            <a:lvl8pPr lvl="7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8pPr>
            <a:lvl9pPr lvl="8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2" type="body"/>
          </p:nvPr>
        </p:nvSpPr>
        <p:spPr>
          <a:xfrm>
            <a:off x="318000" y="3228050"/>
            <a:ext cx="39600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b="1" sz="1400">
                <a:solidFill>
                  <a:schemeClr val="dk1"/>
                </a:solidFill>
              </a:defRPr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  <a:defRPr b="1" sz="1500">
                <a:solidFill>
                  <a:schemeClr val="dk1"/>
                </a:solidFill>
              </a:defRPr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 b="1" sz="1500">
                <a:solidFill>
                  <a:schemeClr val="dk1"/>
                </a:solidFill>
              </a:defRPr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  <a:defRPr b="1" sz="1500">
                <a:solidFill>
                  <a:schemeClr val="dk1"/>
                </a:solidFill>
              </a:defRPr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  <a:defRPr b="1" sz="1500">
                <a:solidFill>
                  <a:schemeClr val="dk1"/>
                </a:solidFill>
              </a:defRPr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 b="1" sz="1500">
                <a:solidFill>
                  <a:schemeClr val="dk1"/>
                </a:solidFill>
              </a:defRPr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  <a:defRPr b="1" sz="1500">
                <a:solidFill>
                  <a:schemeClr val="dk1"/>
                </a:solidFill>
              </a:defRPr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  <a:defRPr b="1" sz="1500">
                <a:solidFill>
                  <a:schemeClr val="dk1"/>
                </a:solidFill>
              </a:defRPr>
            </a:lvl8pPr>
            <a:lvl9pPr indent="-323850" lvl="8" marL="411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 b="1" sz="15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73">
          <p15:clr>
            <a:srgbClr val="FA7B17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dark">
  <p:cSld name="TITLE_1">
    <p:bg>
      <p:bgPr>
        <a:solidFill>
          <a:schemeClr val="dk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ctrTitle"/>
          </p:nvPr>
        </p:nvSpPr>
        <p:spPr>
          <a:xfrm>
            <a:off x="318000" y="213975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b="1"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318000" y="2719425"/>
            <a:ext cx="82800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600"/>
              <a:buNone/>
              <a:defRPr sz="16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300"/>
              <a:buNone/>
              <a:defRPr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2" type="body"/>
          </p:nvPr>
        </p:nvSpPr>
        <p:spPr>
          <a:xfrm>
            <a:off x="318000" y="3228050"/>
            <a:ext cx="39600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b="1" sz="1400">
                <a:solidFill>
                  <a:schemeClr val="dk2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●"/>
              <a:defRPr b="1" sz="1500">
                <a:solidFill>
                  <a:schemeClr val="dk2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●"/>
              <a:defRPr b="1" sz="1500">
                <a:solidFill>
                  <a:schemeClr val="dk2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73">
          <p15:clr>
            <a:srgbClr val="FA7B17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purple">
  <p:cSld name="TITLE_1_1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ctrTitle"/>
          </p:nvPr>
        </p:nvSpPr>
        <p:spPr>
          <a:xfrm>
            <a:off x="318000" y="213975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b="1"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" name="Google Shape;19;p4"/>
          <p:cNvSpPr txBox="1"/>
          <p:nvPr>
            <p:ph idx="1" type="subTitle"/>
          </p:nvPr>
        </p:nvSpPr>
        <p:spPr>
          <a:xfrm>
            <a:off x="318000" y="2719425"/>
            <a:ext cx="82800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00"/>
              <a:buNone/>
              <a:defRPr>
                <a:solidFill>
                  <a:schemeClr val="accent4"/>
                </a:solidFill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2" type="body"/>
          </p:nvPr>
        </p:nvSpPr>
        <p:spPr>
          <a:xfrm>
            <a:off x="318000" y="3228050"/>
            <a:ext cx="39600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 b="1" sz="1400">
                <a:solidFill>
                  <a:schemeClr val="dk2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●"/>
              <a:defRPr b="1" sz="1500">
                <a:solidFill>
                  <a:schemeClr val="dk2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●"/>
              <a:defRPr b="1" sz="1500">
                <a:solidFill>
                  <a:schemeClr val="dk2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○"/>
              <a:defRPr b="1" sz="1500">
                <a:solidFill>
                  <a:schemeClr val="dk2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■"/>
              <a:defRPr b="1" sz="15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73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" type="secHead">
  <p:cSld name="SECTION_HEADER">
    <p:bg>
      <p:bgPr>
        <a:solidFill>
          <a:schemeClr val="dk2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23" name="Google Shape;23;p5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-offwhite">
  <p:cSld name="SECTION_HEADER_3">
    <p:bg>
      <p:bgPr>
        <a:solidFill>
          <a:schemeClr val="accent3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26" name="Google Shape;26;p6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b="1" sz="3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-purple">
  <p:cSld name="SECTION_HEADER_2">
    <p:bg>
      <p:bgPr>
        <a:solidFill>
          <a:schemeClr val="lt1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29" name="Google Shape;29;p7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b="1"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-green">
  <p:cSld name="SECTION_HEADER_1">
    <p:bg>
      <p:bgPr>
        <a:solidFill>
          <a:schemeClr val="accent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b="1"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-dark">
  <p:cSld name="SECTION_HEADER_1_2">
    <p:bg>
      <p:bgPr>
        <a:solidFill>
          <a:schemeClr val="dk1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b="1"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-pink">
  <p:cSld name="SECTION_HEADER_1_1">
    <p:bg>
      <p:bgPr>
        <a:solidFill>
          <a:schemeClr val="accent5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ctrTitle"/>
          </p:nvPr>
        </p:nvSpPr>
        <p:spPr>
          <a:xfrm>
            <a:off x="318000" y="23262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b="1" sz="3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8" name="Google Shape;38;p10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70">
          <p15:clr>
            <a:srgbClr val="FA7B17"/>
          </p15:clr>
        </p15:guide>
        <p15:guide id="2" pos="283">
          <p15:clr>
            <a:srgbClr val="FA7B17"/>
          </p15:clr>
        </p15:guide>
        <p15:guide id="3" pos="5499">
          <p15:clr>
            <a:srgbClr val="FA7B17"/>
          </p15:clr>
        </p15:guide>
        <p15:guide id="4" orient="horz" pos="340">
          <p15:clr>
            <a:srgbClr val="FA7B17"/>
          </p15:clr>
        </p15:guide>
        <p15:guide id="5" orient="horz" pos="3061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">
  <p:cSld name="TITLE_AND_BODY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318000" y="1146225"/>
            <a:ext cx="85080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41" name="Google Shape;41;p11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11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43" name="Google Shape;43;p11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44" name="Google Shape;44;p11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">
  <p:cSld name="TITLE_AND_BODY_1_1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47" name="Google Shape;47;p12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49" name="Google Shape;49;p12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50" name="Google Shape;50;p12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-purple">
  <p:cSld name="TITLE_AND_BODY_1_1_1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/>
          <p:nvPr/>
        </p:nvSpPr>
        <p:spPr>
          <a:xfrm>
            <a:off x="5405350" y="-50"/>
            <a:ext cx="3738600" cy="51435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54" name="Google Shape;54;p13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56" name="Google Shape;56;p13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57" name="Google Shape;57;p13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-dark">
  <p:cSld name="TITLE_AND_BODY_1_1_1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/>
          <p:nvPr/>
        </p:nvSpPr>
        <p:spPr>
          <a:xfrm>
            <a:off x="5405350" y="-50"/>
            <a:ext cx="3738600" cy="5143500"/>
          </a:xfrm>
          <a:prstGeom prst="rect">
            <a:avLst/>
          </a:prstGeom>
          <a:solidFill>
            <a:schemeClr val="accent6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61" name="Google Shape;61;p14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63" name="Google Shape;63;p14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64" name="Google Shape;64;p14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-green">
  <p:cSld name="TITLE_AND_BODY_1_1_1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5390075" y="-50"/>
            <a:ext cx="3753900" cy="51435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68" name="Google Shape;68;p15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69" name="Google Shape;69;p15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70" name="Google Shape;70;p15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1" name="Google Shape;71;p15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-offwhite">
  <p:cSld name="TITLE_AND_BODY_1_1_1_1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5405350" y="-50"/>
            <a:ext cx="3738600" cy="5143500"/>
          </a:xfrm>
          <a:prstGeom prst="rect">
            <a:avLst/>
          </a:prstGeom>
          <a:solidFill>
            <a:schemeClr val="accent3"/>
          </a:solidFill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75" name="Google Shape;75;p16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76" name="Google Shape;76;p16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78" name="Google Shape;78;p16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half-pink">
  <p:cSld name="TITLE_AND_BODY_1_1_1_1_1_1_1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/>
          <p:nvPr/>
        </p:nvSpPr>
        <p:spPr>
          <a:xfrm>
            <a:off x="5405350" y="-50"/>
            <a:ext cx="3738600" cy="5143500"/>
          </a:xfrm>
          <a:prstGeom prst="rect">
            <a:avLst/>
          </a:prstGeom>
          <a:solidFill>
            <a:schemeClr val="accent5"/>
          </a:solidFill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8000" y="1146225"/>
            <a:ext cx="4262700" cy="34257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82" name="Google Shape;82;p17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84" name="Google Shape;84;p17"/>
          <p:cNvSpPr txBox="1"/>
          <p:nvPr>
            <p:ph idx="3" type="subTitle"/>
          </p:nvPr>
        </p:nvSpPr>
        <p:spPr>
          <a:xfrm>
            <a:off x="318000" y="825225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85" name="Google Shape;85;p17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2col">
  <p:cSld name="TITLE_AND_BODY_5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/>
          <p:nvPr/>
        </p:nvSpPr>
        <p:spPr>
          <a:xfrm>
            <a:off x="318000" y="732400"/>
            <a:ext cx="4208100" cy="3839400"/>
          </a:xfrm>
          <a:prstGeom prst="roundRect">
            <a:avLst>
              <a:gd fmla="val 681" name="adj"/>
            </a:avLst>
          </a:prstGeom>
          <a:solidFill>
            <a:srgbClr val="F9F9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88" name="Google Shape;88;p18"/>
          <p:cNvSpPr/>
          <p:nvPr/>
        </p:nvSpPr>
        <p:spPr>
          <a:xfrm>
            <a:off x="4617900" y="732525"/>
            <a:ext cx="4208100" cy="3839400"/>
          </a:xfrm>
          <a:prstGeom prst="roundRect">
            <a:avLst>
              <a:gd fmla="val 681" name="adj"/>
            </a:avLst>
          </a:prstGeom>
          <a:solidFill>
            <a:srgbClr val="F9F9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95250" y="1489625"/>
            <a:ext cx="40536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0" name="Google Shape;90;p18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91" name="Google Shape;91;p18"/>
          <p:cNvSpPr txBox="1"/>
          <p:nvPr>
            <p:ph idx="3" type="subTitle"/>
          </p:nvPr>
        </p:nvSpPr>
        <p:spPr>
          <a:xfrm>
            <a:off x="395250" y="825625"/>
            <a:ext cx="40536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92" name="Google Shape;92;p18"/>
          <p:cNvSpPr txBox="1"/>
          <p:nvPr>
            <p:ph idx="4" type="body"/>
          </p:nvPr>
        </p:nvSpPr>
        <p:spPr>
          <a:xfrm>
            <a:off x="4695150" y="1489625"/>
            <a:ext cx="40536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3" name="Google Shape;93;p18"/>
          <p:cNvSpPr txBox="1"/>
          <p:nvPr>
            <p:ph idx="5" type="subTitle"/>
          </p:nvPr>
        </p:nvSpPr>
        <p:spPr>
          <a:xfrm>
            <a:off x="4695150" y="825625"/>
            <a:ext cx="40536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94" name="Google Shape;94;p18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95" name="Google Shape;95;p18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2col-gray">
  <p:cSld name="TITLE_AND_BODY_5_1_1">
    <p:bg>
      <p:bgPr>
        <a:solidFill>
          <a:srgbClr val="F9F9FB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318000" y="732400"/>
            <a:ext cx="4208100" cy="3839400"/>
          </a:xfrm>
          <a:prstGeom prst="roundRect">
            <a:avLst>
              <a:gd fmla="val 68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98" name="Google Shape;98;p19"/>
          <p:cNvSpPr/>
          <p:nvPr/>
        </p:nvSpPr>
        <p:spPr>
          <a:xfrm>
            <a:off x="4617900" y="732525"/>
            <a:ext cx="4208100" cy="3839400"/>
          </a:xfrm>
          <a:prstGeom prst="roundRect">
            <a:avLst>
              <a:gd fmla="val 68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95250" y="1489625"/>
            <a:ext cx="40536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0" name="Google Shape;100;p19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101" name="Google Shape;101;p19"/>
          <p:cNvSpPr txBox="1"/>
          <p:nvPr>
            <p:ph idx="3" type="subTitle"/>
          </p:nvPr>
        </p:nvSpPr>
        <p:spPr>
          <a:xfrm>
            <a:off x="395250" y="825625"/>
            <a:ext cx="40536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02" name="Google Shape;102;p19"/>
          <p:cNvSpPr txBox="1"/>
          <p:nvPr>
            <p:ph idx="4" type="body"/>
          </p:nvPr>
        </p:nvSpPr>
        <p:spPr>
          <a:xfrm>
            <a:off x="4695150" y="1489625"/>
            <a:ext cx="40536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3" name="Google Shape;103;p19"/>
          <p:cNvSpPr txBox="1"/>
          <p:nvPr>
            <p:ph idx="5" type="subTitle"/>
          </p:nvPr>
        </p:nvSpPr>
        <p:spPr>
          <a:xfrm>
            <a:off x="4695150" y="825625"/>
            <a:ext cx="40536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05" name="Google Shape;105;p19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3col">
  <p:cSld name="TITLE_AND_BODY_5_1_1_1">
    <p:bg>
      <p:bgPr>
        <a:solidFill>
          <a:schemeClr val="dk2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/>
          <p:nvPr/>
        </p:nvSpPr>
        <p:spPr>
          <a:xfrm>
            <a:off x="31800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rgbClr val="F9F9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08" name="Google Shape;108;p20"/>
          <p:cNvSpPr/>
          <p:nvPr/>
        </p:nvSpPr>
        <p:spPr>
          <a:xfrm>
            <a:off x="603390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rgbClr val="F9F9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09" name="Google Shape;109;p20"/>
          <p:cNvSpPr/>
          <p:nvPr/>
        </p:nvSpPr>
        <p:spPr>
          <a:xfrm>
            <a:off x="317595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rgbClr val="F9F9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10" name="Google Shape;110;p20"/>
          <p:cNvSpPr txBox="1"/>
          <p:nvPr>
            <p:ph idx="1" type="body"/>
          </p:nvPr>
        </p:nvSpPr>
        <p:spPr>
          <a:xfrm>
            <a:off x="3952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20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112" name="Google Shape;112;p20"/>
          <p:cNvSpPr txBox="1"/>
          <p:nvPr>
            <p:ph idx="3" type="subTitle"/>
          </p:nvPr>
        </p:nvSpPr>
        <p:spPr>
          <a:xfrm>
            <a:off x="3952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13" name="Google Shape;113;p20"/>
          <p:cNvSpPr txBox="1"/>
          <p:nvPr>
            <p:ph idx="4" type="body"/>
          </p:nvPr>
        </p:nvSpPr>
        <p:spPr>
          <a:xfrm>
            <a:off x="32470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4" name="Google Shape;114;p20"/>
          <p:cNvSpPr txBox="1"/>
          <p:nvPr>
            <p:ph idx="5" type="subTitle"/>
          </p:nvPr>
        </p:nvSpPr>
        <p:spPr>
          <a:xfrm>
            <a:off x="32470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15" name="Google Shape;115;p20"/>
          <p:cNvSpPr txBox="1"/>
          <p:nvPr>
            <p:ph idx="6" type="body"/>
          </p:nvPr>
        </p:nvSpPr>
        <p:spPr>
          <a:xfrm>
            <a:off x="60988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0"/>
          <p:cNvSpPr txBox="1"/>
          <p:nvPr>
            <p:ph idx="7" type="subTitle"/>
          </p:nvPr>
        </p:nvSpPr>
        <p:spPr>
          <a:xfrm>
            <a:off x="60988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17" name="Google Shape;117;p20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18" name="Google Shape;118;p20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and-body-3col-gray">
  <p:cSld name="TITLE_AND_BODY_5_1_1_1_1">
    <p:bg>
      <p:bgPr>
        <a:solidFill>
          <a:srgbClr val="F9F9FB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/>
          <p:nvPr/>
        </p:nvSpPr>
        <p:spPr>
          <a:xfrm>
            <a:off x="31800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1" name="Google Shape;121;p21"/>
          <p:cNvSpPr/>
          <p:nvPr/>
        </p:nvSpPr>
        <p:spPr>
          <a:xfrm>
            <a:off x="603390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2" name="Google Shape;122;p21"/>
          <p:cNvSpPr/>
          <p:nvPr/>
        </p:nvSpPr>
        <p:spPr>
          <a:xfrm>
            <a:off x="3175950" y="732463"/>
            <a:ext cx="2792100" cy="3839400"/>
          </a:xfrm>
          <a:prstGeom prst="roundRect">
            <a:avLst>
              <a:gd fmla="val 68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952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21"/>
          <p:cNvSpPr txBox="1"/>
          <p:nvPr>
            <p:ph idx="2" type="subTitle"/>
          </p:nvPr>
        </p:nvSpPr>
        <p:spPr>
          <a:xfrm>
            <a:off x="318000" y="64650"/>
            <a:ext cx="8280000" cy="230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1100"/>
              <a:buNone/>
              <a:defRPr sz="1100">
                <a:solidFill>
                  <a:srgbClr val="7E81AB"/>
                </a:solidFill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7E81AB"/>
              </a:buClr>
              <a:buSzPts val="800"/>
              <a:buNone/>
              <a:defRPr sz="800">
                <a:solidFill>
                  <a:srgbClr val="7E81AB"/>
                </a:solidFill>
              </a:defRPr>
            </a:lvl9pPr>
          </a:lstStyle>
          <a:p/>
        </p:txBody>
      </p:sp>
      <p:sp>
        <p:nvSpPr>
          <p:cNvPr id="125" name="Google Shape;125;p21"/>
          <p:cNvSpPr txBox="1"/>
          <p:nvPr>
            <p:ph idx="3" type="subTitle"/>
          </p:nvPr>
        </p:nvSpPr>
        <p:spPr>
          <a:xfrm>
            <a:off x="3952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26" name="Google Shape;126;p21"/>
          <p:cNvSpPr txBox="1"/>
          <p:nvPr>
            <p:ph idx="4" type="body"/>
          </p:nvPr>
        </p:nvSpPr>
        <p:spPr>
          <a:xfrm>
            <a:off x="32470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7" name="Google Shape;127;p21"/>
          <p:cNvSpPr txBox="1"/>
          <p:nvPr>
            <p:ph idx="5" type="subTitle"/>
          </p:nvPr>
        </p:nvSpPr>
        <p:spPr>
          <a:xfrm>
            <a:off x="32470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28" name="Google Shape;128;p21"/>
          <p:cNvSpPr txBox="1"/>
          <p:nvPr>
            <p:ph idx="6" type="body"/>
          </p:nvPr>
        </p:nvSpPr>
        <p:spPr>
          <a:xfrm>
            <a:off x="6098850" y="1476200"/>
            <a:ext cx="2649900" cy="2989200"/>
          </a:xfrm>
          <a:prstGeom prst="rect">
            <a:avLst/>
          </a:prstGeom>
        </p:spPr>
        <p:txBody>
          <a:bodyPr anchorCtr="0" anchor="t" bIns="91425" lIns="90000" spcFirstLastPara="1" rIns="91425" wrap="square" tIns="9000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9" name="Google Shape;129;p21"/>
          <p:cNvSpPr txBox="1"/>
          <p:nvPr>
            <p:ph idx="7" type="subTitle"/>
          </p:nvPr>
        </p:nvSpPr>
        <p:spPr>
          <a:xfrm>
            <a:off x="6098850" y="812200"/>
            <a:ext cx="2649900" cy="280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/>
        </p:txBody>
      </p:sp>
      <p:sp>
        <p:nvSpPr>
          <p:cNvPr id="130" name="Google Shape;130;p21"/>
          <p:cNvSpPr txBox="1"/>
          <p:nvPr>
            <p:ph idx="12" type="sldNum"/>
          </p:nvPr>
        </p:nvSpPr>
        <p:spPr>
          <a:xfrm>
            <a:off x="318000" y="4737000"/>
            <a:ext cx="548700" cy="12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algn="l">
              <a:buNone/>
              <a:defRPr sz="900">
                <a:solidFill>
                  <a:srgbClr val="7E81AB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8000" y="319350"/>
            <a:ext cx="8280000" cy="288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3">
          <p15:clr>
            <a:srgbClr val="FA7B17"/>
          </p15:clr>
        </p15:guide>
        <p15:guide id="2" pos="5499">
          <p15:clr>
            <a:srgbClr val="FA7B17"/>
          </p15:clr>
        </p15:guide>
        <p15:guide id="3" orient="horz" pos="170">
          <p15:clr>
            <a:srgbClr val="FA7B17"/>
          </p15:clr>
        </p15:guide>
        <p15:guide id="4" orient="horz" pos="3061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iring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34" name="Google Shape;134;p22"/>
          <p:cNvSpPr txBox="1"/>
          <p:nvPr>
            <p:ph idx="1" type="body"/>
          </p:nvPr>
        </p:nvSpPr>
        <p:spPr>
          <a:xfrm>
            <a:off x="363200" y="2773825"/>
            <a:ext cx="8303100" cy="2283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135" name="Google Shape;135;p22"/>
          <p:cNvSpPr txBox="1"/>
          <p:nvPr>
            <p:ph type="ctrTitle"/>
          </p:nvPr>
        </p:nvSpPr>
        <p:spPr>
          <a:xfrm>
            <a:off x="363200" y="204700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b="0" sz="2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s">
  <p:cSld name="CUSTOM_1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307800"/>
            <a:ext cx="8520600" cy="428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sp>
        <p:nvSpPr>
          <p:cNvPr id="138" name="Google Shape;138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39" name="Google Shape;139;p23"/>
          <p:cNvSpPr/>
          <p:nvPr>
            <p:ph idx="2" type="pic"/>
          </p:nvPr>
        </p:nvSpPr>
        <p:spPr>
          <a:xfrm>
            <a:off x="5196800" y="949125"/>
            <a:ext cx="3171000" cy="1863600"/>
          </a:xfrm>
          <a:prstGeom prst="rect">
            <a:avLst/>
          </a:prstGeom>
          <a:noFill/>
          <a:ln>
            <a:noFill/>
          </a:ln>
        </p:spPr>
      </p:sp>
      <p:sp>
        <p:nvSpPr>
          <p:cNvPr id="140" name="Google Shape;140;p23"/>
          <p:cNvSpPr/>
          <p:nvPr>
            <p:ph idx="3" type="pic"/>
          </p:nvPr>
        </p:nvSpPr>
        <p:spPr>
          <a:xfrm>
            <a:off x="6276200" y="2933125"/>
            <a:ext cx="1012200" cy="21237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41" name="Google Shape;141;p23"/>
          <p:cNvSpPr txBox="1"/>
          <p:nvPr>
            <p:ph idx="1" type="body"/>
          </p:nvPr>
        </p:nvSpPr>
        <p:spPr>
          <a:xfrm>
            <a:off x="311700" y="949125"/>
            <a:ext cx="2556900" cy="23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yle">
  <p:cSld name="CUSTOM_1_1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4"/>
          <p:cNvSpPr txBox="1"/>
          <p:nvPr>
            <p:ph type="title"/>
          </p:nvPr>
        </p:nvSpPr>
        <p:spPr>
          <a:xfrm>
            <a:off x="311700" y="307800"/>
            <a:ext cx="8520600" cy="428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  <p:sp>
        <p:nvSpPr>
          <p:cNvPr id="145" name="Google Shape;145;p24"/>
          <p:cNvSpPr txBox="1"/>
          <p:nvPr/>
        </p:nvSpPr>
        <p:spPr>
          <a:xfrm>
            <a:off x="1255950" y="1102350"/>
            <a:ext cx="5204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1300">
                <a:solidFill>
                  <a:schemeClr val="dk1"/>
                </a:solidFill>
                <a:highlight>
                  <a:schemeClr val="accent3"/>
                </a:highlight>
                <a:latin typeface="Noto Sans JP"/>
                <a:ea typeface="Noto Sans JP"/>
                <a:cs typeface="Noto Sans JP"/>
                <a:sym typeface="Noto Sans JP"/>
              </a:rPr>
              <a:t>code</a:t>
            </a:r>
            <a:endParaRPr sz="1300">
              <a:solidFill>
                <a:schemeClr val="dk1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6" name="Google Shape;146;p24"/>
          <p:cNvSpPr txBox="1"/>
          <p:nvPr/>
        </p:nvSpPr>
        <p:spPr>
          <a:xfrm>
            <a:off x="3415450" y="1644500"/>
            <a:ext cx="5204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1300">
                <a:solidFill>
                  <a:schemeClr val="dk2"/>
                </a:solidFill>
                <a:highlight>
                  <a:schemeClr val="accent1"/>
                </a:highlight>
                <a:latin typeface="Noto Sans JP"/>
                <a:ea typeface="Noto Sans JP"/>
                <a:cs typeface="Noto Sans JP"/>
                <a:sym typeface="Noto Sans JP"/>
              </a:rPr>
              <a:t>notice</a:t>
            </a:r>
            <a:endParaRPr sz="1300">
              <a:solidFill>
                <a:schemeClr val="dk2"/>
              </a:solidFill>
              <a:highlight>
                <a:schemeClr val="accent1"/>
              </a:highlight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7" name="Google Shape;147;p24"/>
          <p:cNvSpPr txBox="1"/>
          <p:nvPr/>
        </p:nvSpPr>
        <p:spPr>
          <a:xfrm>
            <a:off x="1443025" y="3357400"/>
            <a:ext cx="4176900" cy="384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ja" sz="1300">
                <a:solidFill>
                  <a:srgbClr val="434343"/>
                </a:solidFill>
                <a:latin typeface="Noto Sans JP"/>
                <a:ea typeface="Noto Sans JP"/>
                <a:cs typeface="Noto Sans JP"/>
                <a:sym typeface="Noto Sans JP"/>
              </a:rPr>
              <a:t>blockquote</a:t>
            </a:r>
            <a:endParaRPr i="1" sz="1300">
              <a:solidFill>
                <a:srgbClr val="434343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8" name="Google Shape;148;p24"/>
          <p:cNvGraphicFramePr/>
          <p:nvPr/>
        </p:nvGraphicFramePr>
        <p:xfrm>
          <a:off x="4691450" y="2246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{3ADE75FB-072F-4EFC-869D-BA35E5FEF90A}</a:tableStyleId>
              </a:tblPr>
              <a:tblGrid>
                <a:gridCol w="674000"/>
                <a:gridCol w="674000"/>
              </a:tblGrid>
              <a:tr h="335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>
                          <a:solidFill>
                            <a:schemeClr val="dk1"/>
                          </a:solidFill>
                        </a:rPr>
                        <a:t>A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7E81A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7E81A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7E81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7E81A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ja">
                          <a:solidFill>
                            <a:schemeClr val="dk2"/>
                          </a:solidFill>
                        </a:rPr>
                        <a:t>B</a:t>
                      </a:r>
                      <a:endParaRPr b="1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7E81A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99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accent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1" lang="ja">
                          <a:solidFill>
                            <a:schemeClr val="dk2"/>
                          </a:solidFill>
                        </a:rPr>
                        <a:t>C</a:t>
                      </a:r>
                      <a:endParaRPr b="1" i="1">
                        <a:solidFill>
                          <a:schemeClr val="dk2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FF99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7E81A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dashDot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"/>
                        <a:t>D</a:t>
                      </a:r>
                      <a:endParaRPr/>
                    </a:p>
                  </a:txBody>
                  <a:tcPr marT="91425" marB="91425" marR="91425" marL="91425" anchor="ctr">
                    <a:lnL cap="flat" cmpd="sng" w="28575">
                      <a:solidFill>
                        <a:schemeClr val="accent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E81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07800"/>
            <a:ext cx="85206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JP"/>
              <a:buNone/>
              <a:defRPr b="1" sz="24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55575"/>
            <a:ext cx="8520600" cy="33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31115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●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115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○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115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■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115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●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115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○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115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■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115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●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115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○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115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JP"/>
              <a:buChar char="■"/>
              <a:defRPr sz="13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Noto Sans JP"/>
        <a:defRPr b="0" i="0" sz="1400" u="none" cap="none" strike="noStrike">
          <a:solidFill>
            <a:srgbClr val="000000"/>
          </a:solidFill>
          <a:latin typeface="Noto Sans JP"/>
          <a:ea typeface="Noto Sans JP"/>
          <a:cs typeface="Noto Sans JP"/>
          <a:sym typeface="Noto Sans JP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ctrTitle"/>
          </p:nvPr>
        </p:nvSpPr>
        <p:spPr>
          <a:xfrm>
            <a:off x="318000" y="2139750"/>
            <a:ext cx="8280000" cy="491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5"/>
          <p:cNvSpPr txBox="1"/>
          <p:nvPr>
            <p:ph idx="1" type="subTitle"/>
          </p:nvPr>
        </p:nvSpPr>
        <p:spPr>
          <a:xfrm>
            <a:off x="318000" y="2719425"/>
            <a:ext cx="82800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5"/>
          <p:cNvSpPr txBox="1"/>
          <p:nvPr>
            <p:ph idx="2" type="body"/>
          </p:nvPr>
        </p:nvSpPr>
        <p:spPr>
          <a:xfrm>
            <a:off x="318000" y="3228050"/>
            <a:ext cx="39600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Noto Sans JP"/>
        <a:font script="Hebr" typeface="Noto Sans JP"/>
        <a:font script="Thai" typeface="Noto Sans JP"/>
        <a:font script="Ethi" typeface="Noto Sans JP"/>
        <a:font script="Beng" typeface="Noto Sans JP"/>
        <a:font script="Gujr" typeface="Noto Sans JP"/>
        <a:font script="Khmr" typeface="Noto Sans JP"/>
        <a:font script="Knda" typeface="Noto Sans JP"/>
        <a:font script="Guru" typeface="Noto Sans JP"/>
        <a:font script="Cans" typeface="Noto Sans JP"/>
        <a:font script="Cher" typeface="Noto Sans JP"/>
        <a:font script="Yiii" typeface="Noto Sans JP"/>
        <a:font script="Tibt" typeface="Noto Sans JP"/>
        <a:font script="Thaa" typeface="Noto Sans JP"/>
        <a:font script="Deva" typeface="Noto Sans JP"/>
        <a:font script="Telu" typeface="Noto Sans JP"/>
        <a:font script="Taml" typeface="Noto Sans JP"/>
        <a:font script="Syrc" typeface="Noto Sans JP"/>
        <a:font script="Orya" typeface="Noto Sans JP"/>
        <a:font script="Mlym" typeface="Noto Sans JP"/>
        <a:font script="Laoo" typeface="Noto Sans JP"/>
        <a:font script="Sinh" typeface="Noto Sans JP"/>
        <a:font script="Mong" typeface="Noto Sans JP"/>
        <a:font script="Viet" typeface="Noto Sans JP"/>
        <a:font script="Uigh" typeface="Noto Sans JP"/>
        <a:font script="Geor" typeface="Noto Sans JP"/>
      </a:majorFont>
      <a:min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Noto Sans JP"/>
        <a:font script="Hebr" typeface="Noto Sans JP"/>
        <a:font script="Thai" typeface="Noto Sans JP"/>
        <a:font script="Ethi" typeface="Noto Sans JP"/>
        <a:font script="Beng" typeface="Noto Sans JP"/>
        <a:font script="Gujr" typeface="Noto Sans JP"/>
        <a:font script="Khmr" typeface="Noto Sans JP"/>
        <a:font script="Knda" typeface="Noto Sans JP"/>
        <a:font script="Guru" typeface="Noto Sans JP"/>
        <a:font script="Cans" typeface="Noto Sans JP"/>
        <a:font script="Cher" typeface="Noto Sans JP"/>
        <a:font script="Yiii" typeface="Noto Sans JP"/>
        <a:font script="Tibt" typeface="Noto Sans JP"/>
        <a:font script="Thaa" typeface="Noto Sans JP"/>
        <a:font script="Deva" typeface="Noto Sans JP"/>
        <a:font script="Telu" typeface="Noto Sans JP"/>
        <a:font script="Taml" typeface="Noto Sans JP"/>
        <a:font script="Syrc" typeface="Noto Sans JP"/>
        <a:font script="Orya" typeface="Noto Sans JP"/>
        <a:font script="Mlym" typeface="Noto Sans JP"/>
        <a:font script="Laoo" typeface="Noto Sans JP"/>
        <a:font script="Sinh" typeface="Noto Sans JP"/>
        <a:font script="Mong" typeface="Noto Sans JP"/>
        <a:font script="Viet" typeface="Noto Sans JP"/>
        <a:font script="Uigh" typeface="Noto Sans JP"/>
        <a:font script="Geor" typeface="Noto Sans JP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 N">
  <a:themeElements>
    <a:clrScheme name="Simple Light">
      <a:dk1>
        <a:srgbClr val="0F112B"/>
      </a:dk1>
      <a:lt1>
        <a:srgbClr val="5259E8"/>
      </a:lt1>
      <a:dk2>
        <a:srgbClr val="FFFFFF"/>
      </a:dk2>
      <a:lt2>
        <a:srgbClr val="EDEDED"/>
      </a:lt2>
      <a:accent1>
        <a:srgbClr val="01969C"/>
      </a:accent1>
      <a:accent2>
        <a:srgbClr val="401A03"/>
      </a:accent2>
      <a:accent3>
        <a:srgbClr val="F8F3E4"/>
      </a:accent3>
      <a:accent4>
        <a:srgbClr val="EDEDED"/>
      </a:accent4>
      <a:accent5>
        <a:srgbClr val="E3D4FD"/>
      </a:accent5>
      <a:accent6>
        <a:srgbClr val="0F112B"/>
      </a:accent6>
      <a:hlink>
        <a:srgbClr val="0097A7"/>
      </a:hlink>
      <a:folHlink>
        <a:srgbClr val="0097A7"/>
      </a:folHlink>
    </a:clrScheme>
    <a:fontScheme name="Office">
      <a:maj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Noto Sans JP"/>
        <a:font script="Hebr" typeface="Noto Sans JP"/>
        <a:font script="Thai" typeface="Noto Sans JP"/>
        <a:font script="Ethi" typeface="Noto Sans JP"/>
        <a:font script="Beng" typeface="Noto Sans JP"/>
        <a:font script="Gujr" typeface="Noto Sans JP"/>
        <a:font script="Khmr" typeface="Noto Sans JP"/>
        <a:font script="Knda" typeface="Noto Sans JP"/>
        <a:font script="Guru" typeface="Noto Sans JP"/>
        <a:font script="Cans" typeface="Noto Sans JP"/>
        <a:font script="Cher" typeface="Noto Sans JP"/>
        <a:font script="Yiii" typeface="Noto Sans JP"/>
        <a:font script="Tibt" typeface="Noto Sans JP"/>
        <a:font script="Thaa" typeface="Noto Sans JP"/>
        <a:font script="Deva" typeface="Noto Sans JP"/>
        <a:font script="Telu" typeface="Noto Sans JP"/>
        <a:font script="Taml" typeface="Noto Sans JP"/>
        <a:font script="Syrc" typeface="Noto Sans JP"/>
        <a:font script="Orya" typeface="Noto Sans JP"/>
        <a:font script="Mlym" typeface="Noto Sans JP"/>
        <a:font script="Laoo" typeface="Noto Sans JP"/>
        <a:font script="Sinh" typeface="Noto Sans JP"/>
        <a:font script="Mong" typeface="Noto Sans JP"/>
        <a:font script="Viet" typeface="Noto Sans JP"/>
        <a:font script="Uigh" typeface="Noto Sans JP"/>
        <a:font script="Geor" typeface="Noto Sans JP"/>
      </a:majorFont>
      <a:minorFont>
        <a:latin typeface="Noto Sans JP"/>
        <a:ea typeface="Noto Sans JP"/>
        <a:cs typeface="Noto Sans JP"/>
        <a:font script="Jpan" typeface="Noto Sans JP"/>
        <a:font script="Hang" typeface="Noto Sans JP"/>
        <a:font script="Hans" typeface="Noto Sans JP"/>
        <a:font script="Hant" typeface="Noto Sans JP"/>
        <a:font script="Arab" typeface="Noto Sans JP"/>
        <a:font script="Hebr" typeface="Noto Sans JP"/>
        <a:font script="Thai" typeface="Noto Sans JP"/>
        <a:font script="Ethi" typeface="Noto Sans JP"/>
        <a:font script="Beng" typeface="Noto Sans JP"/>
        <a:font script="Gujr" typeface="Noto Sans JP"/>
        <a:font script="Khmr" typeface="Noto Sans JP"/>
        <a:font script="Knda" typeface="Noto Sans JP"/>
        <a:font script="Guru" typeface="Noto Sans JP"/>
        <a:font script="Cans" typeface="Noto Sans JP"/>
        <a:font script="Cher" typeface="Noto Sans JP"/>
        <a:font script="Yiii" typeface="Noto Sans JP"/>
        <a:font script="Tibt" typeface="Noto Sans JP"/>
        <a:font script="Thaa" typeface="Noto Sans JP"/>
        <a:font script="Deva" typeface="Noto Sans JP"/>
        <a:font script="Telu" typeface="Noto Sans JP"/>
        <a:font script="Taml" typeface="Noto Sans JP"/>
        <a:font script="Syrc" typeface="Noto Sans JP"/>
        <a:font script="Orya" typeface="Noto Sans JP"/>
        <a:font script="Mlym" typeface="Noto Sans JP"/>
        <a:font script="Laoo" typeface="Noto Sans JP"/>
        <a:font script="Sinh" typeface="Noto Sans JP"/>
        <a:font script="Mong" typeface="Noto Sans JP"/>
        <a:font script="Viet" typeface="Noto Sans JP"/>
        <a:font script="Uigh" typeface="Noto Sans JP"/>
        <a:font script="Geor" typeface="Noto Sans JP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