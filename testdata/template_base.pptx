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2858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858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584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8584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8584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8584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8584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Base Template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Subtitle Placeholder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body placeholder text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lidown">
  <a:themeElements>
    <a:clrScheme name="slidow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lidown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LibreOffice/26.2.4.2$MacOSX_AARCH64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1</cp:revision>
  <dc:subject/>
  <dc:title/>
</cp:coreProperties>
</file>